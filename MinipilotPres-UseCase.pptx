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65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MINIPILOT – USE CASE : ASSURANCE SANTÉ COLLECTIVE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infinitif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D1C1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Explorer les données de ventes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D1C1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d’une assurance santé collective.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Grâce à un SLM local, nous avons permis à un assureur de naviguer dans ses données commerciales en langage naturel, sans extraction manuelle ni compétence technique.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9319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65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DONNÉES EXPLORÉES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65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Contrats mutuelle santé entreprises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5478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65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5478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Ventes par gamme de produits (3 gammes)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80390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65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803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État des demandes &amp; remboursements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40599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65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0599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Renforts individuels (optique, médecine douce…)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86868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923544"/>
            <a:ext cx="36576" cy="1033272"/>
          </a:xfrm>
          <a:prstGeom prst="rect">
            <a:avLst/>
          </a:prstGeom>
          <a:solidFill>
            <a:srgbClr val="B8652A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978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B865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RAPPORTS GÉNÉRÉS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20640" y="1188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financière par gamme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Rentabilité, sinistres, ratios S/P par gamme de produits. Rapport PDF ou dashboard.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19456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249424"/>
            <a:ext cx="36576" cy="1033272"/>
          </a:xfrm>
          <a:prstGeom prst="rect">
            <a:avLst/>
          </a:prstGeom>
          <a:solidFill>
            <a:srgbClr val="B8652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304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B865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VISIBILITÉ RENFORTS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2064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Compléments individuels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 d’adoption des renforts, revenus supplémentaires, préférences par type d’entreprise.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52044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575304"/>
            <a:ext cx="36576" cy="1033272"/>
          </a:xfrm>
          <a:prstGeom prst="rect">
            <a:avLst/>
          </a:prstGeom>
          <a:solidFill>
            <a:srgbClr val="B8652A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6301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B865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PILOTAGE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20640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Décision en langage naturel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 en français → réponses structurées. Pas de SQL, pas de BI, pas d’attente.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D5CF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infinitif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4709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*Nos modèles actuels s’appuient sur Mistral 3B, 8B et 14B selon les usages. https://mistral.ai/fr/news/ministraux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65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MINIPILOT – OPTION : PRÉPARATION DE DONNÉES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infinitif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C1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Préparez et unifiez vos données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0" y="1737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865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 conseil métier d’Infinitif, au service de votre performance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937760" y="2423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avez de multiples sources de données qui sont :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chez des hébergeurs différents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hétérogènes (formats, nomenclatures)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historiques et/ou en flux continu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issues de CRMs, ERPs, outils métiers…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vous aide à unifier le langage, indexer vos données, et les rendre exploitables, par Minipilot mais aussi par toute autre application de votre choix.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A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011680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B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C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96596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96596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5E"/>
                </a:solidFill>
              </a:rPr>
              <a:t>□ 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65E"/>
                </a:solidFill>
              </a:rPr>
              <a:t>△ △ 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5E"/>
                </a:solidFill>
              </a:rPr>
              <a:t>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2514600"/>
            <a:ext cx="0" cy="320040"/>
          </a:xfrm>
          <a:prstGeom prst="line">
            <a:avLst/>
          </a:prstGeom>
          <a:noFill/>
          <a:ln w="12700">
            <a:solidFill>
              <a:srgbClr val="6B66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665E"/>
                </a:solidFill>
              </a:rPr>
              <a:t>▼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468880" y="2514600"/>
            <a:ext cx="0" cy="320040"/>
          </a:xfrm>
          <a:prstGeom prst="line">
            <a:avLst/>
          </a:prstGeom>
          <a:noFill/>
          <a:ln w="12700">
            <a:solidFill>
              <a:srgbClr val="6B66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665E"/>
                </a:solidFill>
              </a:rPr>
              <a:t>▼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749040" y="2514600"/>
            <a:ext cx="0" cy="320040"/>
          </a:xfrm>
          <a:prstGeom prst="line">
            <a:avLst/>
          </a:prstGeom>
          <a:noFill/>
          <a:ln w="12700">
            <a:solidFill>
              <a:srgbClr val="6B66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665E"/>
                </a:solidFill>
              </a:rPr>
              <a:t>▼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1097280" y="288036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B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données unifiée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3566160"/>
            <a:ext cx="0" cy="274320"/>
          </a:xfrm>
          <a:prstGeom prst="line">
            <a:avLst/>
          </a:prstGeom>
          <a:noFill/>
          <a:ln w="12700">
            <a:solidFill>
              <a:srgbClr val="6B66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37033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665E"/>
                </a:solidFill>
              </a:rPr>
              <a:t>▼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731520" y="38862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Minipilot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38862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468880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60520" y="388620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160520" y="3931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D5CF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infinitif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4709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*Nos modèles actuels s’appuient sur Mistral 3B, 8B et 14B selon les usages. https://mistral.ai/fr/news/ministraux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65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MINIPILOT – ANNEXE : MÉTHODOLOGIE D’UNIFICATION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infinitif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D1C1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Notre méthodologie en 4 étapes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965960" cy="2788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1965960" cy="36576"/>
          </a:xfrm>
          <a:prstGeom prst="rect">
            <a:avLst/>
          </a:prstGeom>
          <a:solidFill>
            <a:srgbClr val="B865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65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Analyse &amp; audit de l’existant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1691640" cy="0"/>
          </a:xfrm>
          <a:prstGeom prst="line">
            <a:avLst/>
          </a:prstGeom>
          <a:noFill/>
          <a:ln w="6350">
            <a:solidFill>
              <a:srgbClr val="D5C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80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Disponibilité, fiabilité, qualité des sources. Connaître les concepts métiers, avoir accès à la data brute.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1600200"/>
            <a:ext cx="1965960" cy="2788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0048" y="1600200"/>
            <a:ext cx="1965960" cy="36576"/>
          </a:xfrm>
          <a:prstGeom prst="rect">
            <a:avLst/>
          </a:prstGeom>
          <a:solidFill>
            <a:srgbClr val="B8652A"/>
          </a:solidFill>
          <a:ln/>
        </p:spPr>
      </p:sp>
      <p:sp>
        <p:nvSpPr>
          <p:cNvPr id="13" name="Text 11"/>
          <p:cNvSpPr/>
          <p:nvPr/>
        </p:nvSpPr>
        <p:spPr>
          <a:xfrm>
            <a:off x="2807208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65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07208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Définitions communes &amp; unifiées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07208" y="2743200"/>
            <a:ext cx="1691640" cy="0"/>
          </a:xfrm>
          <a:prstGeom prst="line">
            <a:avLst/>
          </a:prstGeom>
          <a:noFill/>
          <a:ln w="6350">
            <a:solidFill>
              <a:srgbClr val="D5CF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2880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Transformation de la data : historique et nouvelles sources (CRMs, ERPs…). Création d’un référentiel commun.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91456" y="1600200"/>
            <a:ext cx="1965960" cy="2788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1600200"/>
            <a:ext cx="1965960" cy="36576"/>
          </a:xfrm>
          <a:prstGeom prst="rect">
            <a:avLst/>
          </a:prstGeom>
          <a:solidFill>
            <a:srgbClr val="B8652A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65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28616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Construction du datalake commun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28616" y="2743200"/>
            <a:ext cx="1691640" cy="0"/>
          </a:xfrm>
          <a:prstGeom prst="line">
            <a:avLst/>
          </a:prstGeom>
          <a:noFill/>
          <a:ln w="6350">
            <a:solidFill>
              <a:srgbClr val="D5CF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880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Format Parquet, règles métiers, IP &amp; gouvernance, contrôle qualité &amp; traçabilité. Pipeline pérenne avec flags qualité.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2864" y="1600200"/>
            <a:ext cx="1965960" cy="2788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2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12864" y="1600200"/>
            <a:ext cx="1965960" cy="36576"/>
          </a:xfrm>
          <a:prstGeom prst="rect">
            <a:avLst/>
          </a:prstGeom>
          <a:solidFill>
            <a:srgbClr val="B8652A"/>
          </a:solidFill>
          <a:ln/>
        </p:spPr>
      </p:sp>
      <p:sp>
        <p:nvSpPr>
          <p:cNvPr id="25" name="Text 23"/>
          <p:cNvSpPr/>
          <p:nvPr/>
        </p:nvSpPr>
        <p:spPr>
          <a:xfrm>
            <a:off x="7050024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65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50024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1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Exploitation, pilotage &amp; exploration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50024" y="2743200"/>
            <a:ext cx="1691640" cy="0"/>
          </a:xfrm>
          <a:prstGeom prst="line">
            <a:avLst/>
          </a:prstGeom>
          <a:noFill/>
          <a:ln w="6350">
            <a:solidFill>
              <a:srgbClr val="D5CF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0024" y="2880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Dashboards (pilotage, dim. RH, perf. offres) + exploration avancée (BI self-service, embeddings, clustering).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D5CF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6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infinitif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4709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*Nos modèles actuels s’appuient sur Mistral 3B, 8B et 14B selon les usages. https://mistral.ai/fr/news/ministraux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Minipilot - Use Case &amp; Option Data</dc:title>
  <dc:subject>PptxGenJS Presentation</dc:subject>
  <dc:creator>Infinitif</dc:creator>
  <cp:lastModifiedBy>Infinitif</cp:lastModifiedBy>
  <cp:revision>1</cp:revision>
  <dcterms:created xsi:type="dcterms:W3CDTF">2026-03-16T18:46:38Z</dcterms:created>
  <dcterms:modified xsi:type="dcterms:W3CDTF">2026-03-16T18:46:38Z</dcterms:modified>
</cp:coreProperties>
</file>